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Investor Memo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  <a:p>
            <a:r>
              <a:t>Model: PAX L5 Narrow L2 General 27B</a:t>
            </a:r>
          </a:p>
          <a:p>
            <a:r>
              <a:t>Project: GPTQ | Category: CHIP_QUANTIZATION</a:t>
            </a:r>
          </a:p>
          <a:p>
            <a:r>
              <a:t>Upstream: https://github.com/IST-DASLab/gptq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1.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Regulated operators need Original GPTQ quantization research without data egress. Cloud-hosted alternatives leak data by architecture; Anticloud FZ LLE delivers GPTQ as an offline-first package with PAX L5 Narrow L2 General 27B inference on-device.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2. 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GPTQ (https://github.com/IST-DASLab/gptq, Apache 2.0) integrated with: local PAX L5 Narrow L2 General 27B inference (4-bit, single T4, offline), AIOSS ledger on every mutation (SHA3-256, device-local Ed25519 keys), AES-256-GCM at rest, single-binary installer. See 10_TECHNICAL_HANDOFF and 28_TECHNICAL_WHITEPAPER for architecture.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3. Market &amp; Go-To-Market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Category CHIP_QUANTIZATION; regulated verticals first (healthcare, defense, finance, government). Direct pilots + white-label partners. Pricing: per-project enterprise license (see 07_ENTERPRISE_LICENSE_AND_PRICING).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4. Benchmarks &amp;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Kaggle v52: 4.1-4.2 tok/s single T4, 20/20 coherent, chain head 2828cffabd1d063a. Suite: MITRE ATT&amp;CK 100/100, NIST AI RMF 88%, TRL 7/9, ISO 27001 83%, EU AI Act 77.4%. Evidence in OFFICIAL_BENCHMARKS with AIOSS chain continuity. Lab results in ISOLATED_LAB_RESULTS where applicable.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5. 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Lois-Kleinner Alpasan (Founder, CEO &amp; CTO) — sole builder of the 862-project corpus, PAX pipeline, AIOSS ledger, and KANTOR K5 hash. Hiring plan in INVESTOR_PACKAGE.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6. Risks &amp; Mitigations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Upstream drift: mitigated by vendored offline mirror + SHA3-256 pinning (27_DEPENDENCIES).</a:t>
            </a:r>
          </a:p>
          <a:p>
            <a:r>
              <a:t>- Single-founder execution: mitigated by deterministic harness (every deliverable regenerable from scripts).</a:t>
            </a:r>
          </a:p>
          <a:p>
            <a:r>
              <a:t>- Regulatory change: compliance mappings versioned per release.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7. Terms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Non-dilutive preferred, initialization round. Private enquiries only, accredited/institutional.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Lois-Kleinner Alpasan - CEO &amp; CTO, Anticloud FZ LLE</a:t>
            </a:r>
          </a:p>
          <a:p>
            <a:r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